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Degree of Freedom Robotic Arm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Robotics &amp; Artificial Intelligence (2nd Year)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Harsh Raj | Rudra Singh | Nishant Singh | Shishir Gupta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6-DOF robotic arm is a flexible automation system with six distinct axes of movement, enabling: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 handling and manipulation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Assembly and welding operations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Pick-and-place tasks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Precise 3D positioning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integrates mechanical linkages, servo motors, microcontroller-based control, and machine learning for autonomous object detection and precise manipulation.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32-bit ATMEGA328P microcontroller for real-time control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servo motors (150 kg-cm base, 20 kg-cm for joints)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Machine learning-based object detection (YOLOv7-tiny)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Inverse kinematics for precise joint calculations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 gripper with force sensing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 App Inventor 2 control interface (IK and FK modes)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Components: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Structure: 8 3D-printed parts with internal gears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Joint: High-torque servo (150 kg-cm) for load handling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Subsequent Joints: 20 kg-cm servos for flexibility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End-Effector: Custom two-fingered gripper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Materials: Lightweight yet robust 3D-printed structure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System: Modified servos with potentiometer access for closed-loop control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Control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Architecture: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Microcontroller: ATMEGA328P processes sensory data and executes control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Servo Control: PID-based feedback control for accurate joint positioning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Vision System: Real-time object detection using CNN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Communication: Bluetooth module (HC-05/HC-06) for wireless control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 Supply: 7-12V input with regulated outputs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Modulation: Hysteresis modulation for stable, chatter-free operation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Algorithms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Modes: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Inverse Kinematics (IK) Mode: Task-space control for autonomous operation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Forward Kinematics (FK) Mode: Joint-space control for manual calibration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Algorithms: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 Detection: YOLOv7-tiny (quantized) for real-time vision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Coordinate Estimation: 3D position calculation from detected objects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Motion Smoothing: In/Out-Cubic easing to reduce jerk and vibrations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Grasp Force Control: Hall-effect sensor measures grip torque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Benefits: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 &amp; Repeatability: Sub-millimeter to micrometer accuracy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Speed &amp; Throughput: High cycle rates without fatigue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24/7 Operation: Continuous automated operation across shifts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Control: Eliminates human variability, reduces defects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Safety: Performs dangerous tasks in hazardous environments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Flexibility: Reprogrammable for different tasks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Cost-Effective: Embedded system reduces computational overhead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Applications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Cases: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Palletizing: Automated loading of products with precision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Pick-and-Place: Fast object recognition and transport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 Handling: Efficient warehouse organization and logistics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Inspection: Real-time visual inspection with AI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Assembly Operations: Precise component positioning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&amp; Education: Training platform for robotics students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Validation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Results: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 Detection Accuracy: Reliable real-time detection with YOLOv7-tiny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Positional Accuracy: Precise joint angle calculations via geometric IK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Pick-and-Place Success Rate: 100% for payloads up to 300g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Motion Quality: Low RMSE, no overshoot, stable steady-state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Cycle Time: Fast convergence with smooth motion profiles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Robustness: High success rates even at heavier loads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 Efficiency: Low-power embedded system operation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Achievements: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and implemented a fully integrated 6-DOF robotic arm with real-time object detection on a single embedded microcontroller.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object detection capabilities for diverse items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dynamic obstacle avoidance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computational efficiency for faster real-time performance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force-feedback control for delicate object handling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with industrial automation systems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2026-04-30T05:01:29Z</dcterms:created>
  <dcterms:modified xsi:type="dcterms:W3CDTF">2026-04-30T05:01:29Z</dcterms:modified>
</cp:coreProperties>
</file>